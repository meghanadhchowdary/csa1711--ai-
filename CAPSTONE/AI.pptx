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13"/>
  </p:notesMasterIdLst>
  <p:sldIdLst>
    <p:sldId id="256" r:id="rId2"/>
    <p:sldId id="260" r:id="rId3"/>
    <p:sldId id="270" r:id="rId4"/>
    <p:sldId id="276" r:id="rId5"/>
    <p:sldId id="273" r:id="rId6"/>
    <p:sldId id="263" r:id="rId7"/>
    <p:sldId id="268" r:id="rId8"/>
    <p:sldId id="274" r:id="rId9"/>
    <p:sldId id="271" r:id="rId10"/>
    <p:sldId id="27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7B82E8-E852-4F52-A1A3-857BFBFFE9AC}" v="27" dt="2026-09-01T03:49:38.9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09" autoAdjust="0"/>
    <p:restoredTop sz="94660"/>
  </p:normalViewPr>
  <p:slideViewPr>
    <p:cSldViewPr snapToGrid="0">
      <p:cViewPr varScale="1">
        <p:scale>
          <a:sx n="57" d="100"/>
          <a:sy n="57" d="100"/>
        </p:scale>
        <p:origin x="73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ghanadh Chowdary" userId="e567c2ef95023fba" providerId="LiveId" clId="{12C12D86-401F-4797-9EA1-8CF3A2CFDBAD}"/>
    <pc:docChg chg="undo custSel addSld delSld modSld sldOrd">
      <pc:chgData name="Meghanadh Chowdary" userId="e567c2ef95023fba" providerId="LiveId" clId="{12C12D86-401F-4797-9EA1-8CF3A2CFDBAD}" dt="2026-09-01T04:28:19.560" v="549" actId="47"/>
      <pc:docMkLst>
        <pc:docMk/>
      </pc:docMkLst>
      <pc:sldChg chg="modSp mod modTransition">
        <pc:chgData name="Meghanadh Chowdary" userId="e567c2ef95023fba" providerId="LiveId" clId="{12C12D86-401F-4797-9EA1-8CF3A2CFDBAD}" dt="2026-08-27T05:42:07.516" v="513"/>
        <pc:sldMkLst>
          <pc:docMk/>
          <pc:sldMk cId="3950336078" sldId="256"/>
        </pc:sldMkLst>
        <pc:spChg chg="mod">
          <ac:chgData name="Meghanadh Chowdary" userId="e567c2ef95023fba" providerId="LiveId" clId="{12C12D86-401F-4797-9EA1-8CF3A2CFDBAD}" dt="2026-08-27T03:31:30.450" v="492" actId="20577"/>
          <ac:spMkLst>
            <pc:docMk/>
            <pc:sldMk cId="3950336078" sldId="256"/>
            <ac:spMk id="7" creationId="{C067F6CC-D1C7-3AE1-BE36-EA4F4C948EF1}"/>
          </ac:spMkLst>
        </pc:spChg>
      </pc:sldChg>
      <pc:sldChg chg="modSp mod">
        <pc:chgData name="Meghanadh Chowdary" userId="e567c2ef95023fba" providerId="LiveId" clId="{12C12D86-401F-4797-9EA1-8CF3A2CFDBAD}" dt="2026-08-27T03:42:11.393" v="496" actId="20577"/>
        <pc:sldMkLst>
          <pc:docMk/>
          <pc:sldMk cId="2016962689" sldId="260"/>
        </pc:sldMkLst>
        <pc:spChg chg="mod">
          <ac:chgData name="Meghanadh Chowdary" userId="e567c2ef95023fba" providerId="LiveId" clId="{12C12D86-401F-4797-9EA1-8CF3A2CFDBAD}" dt="2026-08-27T03:42:11.393" v="496" actId="20577"/>
          <ac:spMkLst>
            <pc:docMk/>
            <pc:sldMk cId="2016962689" sldId="260"/>
            <ac:spMk id="2" creationId="{CC74C99B-590C-388E-0712-284F41AA5DDB}"/>
          </ac:spMkLst>
        </pc:spChg>
      </pc:sldChg>
      <pc:sldChg chg="modTransition">
        <pc:chgData name="Meghanadh Chowdary" userId="e567c2ef95023fba" providerId="LiveId" clId="{12C12D86-401F-4797-9EA1-8CF3A2CFDBAD}" dt="2026-08-13T02:59:55.897" v="4"/>
        <pc:sldMkLst>
          <pc:docMk/>
          <pc:sldMk cId="1184133903" sldId="266"/>
        </pc:sldMkLst>
      </pc:sldChg>
      <pc:sldChg chg="modSp mod ord">
        <pc:chgData name="Meghanadh Chowdary" userId="e567c2ef95023fba" providerId="LiveId" clId="{12C12D86-401F-4797-9EA1-8CF3A2CFDBAD}" dt="2026-09-01T03:49:47.631" v="537" actId="113"/>
        <pc:sldMkLst>
          <pc:docMk/>
          <pc:sldMk cId="128685541" sldId="270"/>
        </pc:sldMkLst>
        <pc:spChg chg="mod">
          <ac:chgData name="Meghanadh Chowdary" userId="e567c2ef95023fba" providerId="LiveId" clId="{12C12D86-401F-4797-9EA1-8CF3A2CFDBAD}" dt="2026-09-01T03:49:47.631" v="537" actId="113"/>
          <ac:spMkLst>
            <pc:docMk/>
            <pc:sldMk cId="128685541" sldId="270"/>
            <ac:spMk id="2" creationId="{00000000-0000-0000-0000-000000000000}"/>
          </ac:spMkLst>
        </pc:spChg>
        <pc:spChg chg="mod">
          <ac:chgData name="Meghanadh Chowdary" userId="e567c2ef95023fba" providerId="LiveId" clId="{12C12D86-401F-4797-9EA1-8CF3A2CFDBAD}" dt="2026-09-01T03:49:08.477" v="520" actId="12"/>
          <ac:spMkLst>
            <pc:docMk/>
            <pc:sldMk cId="128685541" sldId="270"/>
            <ac:spMk id="7" creationId="{2DE4A068-709F-E125-543A-03777D86304F}"/>
          </ac:spMkLst>
        </pc:spChg>
      </pc:sldChg>
      <pc:sldChg chg="ord">
        <pc:chgData name="Meghanadh Chowdary" userId="e567c2ef95023fba" providerId="LiveId" clId="{12C12D86-401F-4797-9EA1-8CF3A2CFDBAD}" dt="2026-09-01T03:50:43.137" v="546"/>
        <pc:sldMkLst>
          <pc:docMk/>
          <pc:sldMk cId="2673733946" sldId="273"/>
        </pc:sldMkLst>
      </pc:sldChg>
      <pc:sldChg chg="addSp delSp modSp new mod ord modClrScheme chgLayout">
        <pc:chgData name="Meghanadh Chowdary" userId="e567c2ef95023fba" providerId="LiveId" clId="{12C12D86-401F-4797-9EA1-8CF3A2CFDBAD}" dt="2026-08-27T03:08:17.266" v="427" actId="14100"/>
        <pc:sldMkLst>
          <pc:docMk/>
          <pc:sldMk cId="3894343998" sldId="274"/>
        </pc:sldMkLst>
        <pc:picChg chg="add mod ord">
          <ac:chgData name="Meghanadh Chowdary" userId="e567c2ef95023fba" providerId="LiveId" clId="{12C12D86-401F-4797-9EA1-8CF3A2CFDBAD}" dt="2026-08-27T03:08:17.266" v="427" actId="14100"/>
          <ac:picMkLst>
            <pc:docMk/>
            <pc:sldMk cId="3894343998" sldId="274"/>
            <ac:picMk id="7" creationId="{55E31473-196A-3EC3-ECB1-920D59ED64AE}"/>
          </ac:picMkLst>
        </pc:picChg>
      </pc:sldChg>
      <pc:sldChg chg="addSp modSp new mod">
        <pc:chgData name="Meghanadh Chowdary" userId="e567c2ef95023fba" providerId="LiveId" clId="{12C12D86-401F-4797-9EA1-8CF3A2CFDBAD}" dt="2026-08-27T03:14:13.509" v="470" actId="22"/>
        <pc:sldMkLst>
          <pc:docMk/>
          <pc:sldMk cId="505343607" sldId="275"/>
        </pc:sldMkLst>
        <pc:spChg chg="mod">
          <ac:chgData name="Meghanadh Chowdary" userId="e567c2ef95023fba" providerId="LiveId" clId="{12C12D86-401F-4797-9EA1-8CF3A2CFDBAD}" dt="2026-08-27T03:11:28.558" v="440" actId="404"/>
          <ac:spMkLst>
            <pc:docMk/>
            <pc:sldMk cId="505343607" sldId="275"/>
            <ac:spMk id="2" creationId="{223F2662-F4B4-1317-DB0F-44BFF5591E0B}"/>
          </ac:spMkLst>
        </pc:spChg>
        <pc:spChg chg="mod">
          <ac:chgData name="Meghanadh Chowdary" userId="e567c2ef95023fba" providerId="LiveId" clId="{12C12D86-401F-4797-9EA1-8CF3A2CFDBAD}" dt="2026-08-27T03:13:58.122" v="468" actId="20577"/>
          <ac:spMkLst>
            <pc:docMk/>
            <pc:sldMk cId="505343607" sldId="275"/>
            <ac:spMk id="3" creationId="{09F45A82-6FF0-458B-8CEE-45AF6440E8F5}"/>
          </ac:spMkLst>
        </pc:spChg>
        <pc:picChg chg="add">
          <ac:chgData name="Meghanadh Chowdary" userId="e567c2ef95023fba" providerId="LiveId" clId="{12C12D86-401F-4797-9EA1-8CF3A2CFDBAD}" dt="2026-08-27T03:14:06.210" v="469" actId="22"/>
          <ac:picMkLst>
            <pc:docMk/>
            <pc:sldMk cId="505343607" sldId="275"/>
            <ac:picMk id="5" creationId="{835F3250-8F45-4DEE-4ACA-C0236FB33C0C}"/>
          </ac:picMkLst>
        </pc:picChg>
        <pc:picChg chg="add">
          <ac:chgData name="Meghanadh Chowdary" userId="e567c2ef95023fba" providerId="LiveId" clId="{12C12D86-401F-4797-9EA1-8CF3A2CFDBAD}" dt="2026-08-27T03:14:13.509" v="470" actId="22"/>
          <ac:picMkLst>
            <pc:docMk/>
            <pc:sldMk cId="505343607" sldId="275"/>
            <ac:picMk id="7" creationId="{1129FE5F-F468-CB92-02C2-4A4E762FC3BA}"/>
          </ac:picMkLst>
        </pc:picChg>
      </pc:sldChg>
      <pc:sldChg chg="addSp modSp new mod ord">
        <pc:chgData name="Meghanadh Chowdary" userId="e567c2ef95023fba" providerId="LiveId" clId="{12C12D86-401F-4797-9EA1-8CF3A2CFDBAD}" dt="2026-09-01T03:51:02.696" v="548"/>
        <pc:sldMkLst>
          <pc:docMk/>
          <pc:sldMk cId="3364110463" sldId="276"/>
        </pc:sldMkLst>
        <pc:picChg chg="add mod">
          <ac:chgData name="Meghanadh Chowdary" userId="e567c2ef95023fba" providerId="LiveId" clId="{12C12D86-401F-4797-9EA1-8CF3A2CFDBAD}" dt="2026-08-27T03:17:51.853" v="480" actId="14100"/>
          <ac:picMkLst>
            <pc:docMk/>
            <pc:sldMk cId="3364110463" sldId="276"/>
            <ac:picMk id="3" creationId="{1C82FD1D-210A-05B1-20E4-B51CA59E6516}"/>
          </ac:picMkLst>
        </pc:picChg>
        <pc:picChg chg="add">
          <ac:chgData name="Meghanadh Chowdary" userId="e567c2ef95023fba" providerId="LiveId" clId="{12C12D86-401F-4797-9EA1-8CF3A2CFDBAD}" dt="2026-08-27T03:18:10.569" v="481" actId="22"/>
          <ac:picMkLst>
            <pc:docMk/>
            <pc:sldMk cId="3364110463" sldId="276"/>
            <ac:picMk id="5" creationId="{FF4C53BD-01B2-2177-FFB6-F7C805105000}"/>
          </ac:picMkLst>
        </pc:picChg>
        <pc:picChg chg="add">
          <ac:chgData name="Meghanadh Chowdary" userId="e567c2ef95023fba" providerId="LiveId" clId="{12C12D86-401F-4797-9EA1-8CF3A2CFDBAD}" dt="2026-08-27T03:18:18.123" v="482" actId="22"/>
          <ac:picMkLst>
            <pc:docMk/>
            <pc:sldMk cId="3364110463" sldId="276"/>
            <ac:picMk id="7" creationId="{4A4CDA4F-DDE0-D9C6-068D-B3B24CB4CC20}"/>
          </ac:picMkLst>
        </pc:picChg>
      </pc:sldChg>
      <pc:sldChg chg="new del ord">
        <pc:chgData name="Meghanadh Chowdary" userId="e567c2ef95023fba" providerId="LiveId" clId="{12C12D86-401F-4797-9EA1-8CF3A2CFDBAD}" dt="2026-09-01T04:28:19.560" v="549" actId="47"/>
        <pc:sldMkLst>
          <pc:docMk/>
          <pc:sldMk cId="2202553396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C61A68-5198-4AB3-BBF7-802E685958E2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E72ACD-321D-4C63-BB5E-107F762083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7959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5A773-6008-43ED-3293-C36A99D681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0D106B-58F8-9741-E9B9-84A31ABCFD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7D132-3739-E936-C30B-40C278295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6B3EF-9F27-9118-66D2-6BE3DA5B9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E5008-6634-5182-8B54-4D0A24EC2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94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B030B-B978-DDDA-642D-F0FB0C257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76D4B-148E-EA7C-413D-D88444997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8718C-E610-6013-3BC8-9DC4D15CC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1D77B-2543-4EFA-0D69-ADC60F762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2BB0E-CBF7-79A6-7AED-A07859018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821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2ECF5-6014-9BF6-CF9A-EA331C93B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72B82-ED63-6FC4-AF70-33BFAAFEF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E56B5-C6F1-124F-DC15-BE75C7489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3D11E-82B4-CF47-E239-53F25D1A4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9C9DB-F75F-1C25-78CF-D39F221A1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730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E29D0-2FC9-ED99-6BD0-084174699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5B921-74AA-8FDE-7E80-04A4DE8700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8A088-5160-EB41-D53B-6C7A851890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E4C64D-B7E4-C8B7-51E4-A1118ED69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FCED7-FC79-A25A-177C-A5F39B888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A00D4-6926-8BA3-A880-BB3135675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241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BDC57-EBC0-69FC-7F0C-029331297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733F18-6732-E51E-5232-6ABBC6C6D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697DA9-F1FF-5E8C-981B-E3DF3D490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DE3AF2-7A3B-A11D-4604-90AFE84CE3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3AA635-1F2F-3117-CE37-C583AD1B50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394EEF-5FDD-7C63-F8AC-283453BEB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07D2BE-F792-86DA-FDB7-E4F1E6FB4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427316-92B9-7DFC-4C8A-48D2F9A98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672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E3DF8-3C54-5F0F-0BF0-CF0B68C41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4BA17E-B590-776A-1DFC-6526A219C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11372F-F8BA-707C-9A14-067775ABC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6292FB-B2B0-CD6C-63B1-FCC7EE7B6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878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11F250-26AE-ABB4-552A-922C254E2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4EFC61-1112-6C40-862A-09225F115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E4CD7-7A76-6127-633B-6B9E60259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547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111A3-B410-811B-1A11-D6F1C4FBF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CC8D7-CB24-3474-9AE7-04F4D3CB7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BC3F11-28EA-4CCA-A402-2491B4B798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54D34-3F65-E5CD-5C1E-47F7C67FF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66209-20B8-EA56-C51D-0E50FCCAC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DC6028-6D0C-84C1-4D81-B4D6AB322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018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7ACA-70B6-80A9-37F4-E56CE5AB6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EDD131-C3D2-D038-1227-CD1B2AE5C8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E2532A-C978-0F0D-C17C-687761C76B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370E0-3356-E0DF-861A-3661673A1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4D05-5633-8534-8237-65791881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F9CCC-714C-1093-4854-DC2049B2A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509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B7F7B-4874-9524-2B36-F14D7F8EA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ADFED2-40F3-2D0B-CEAD-83D638C80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C5961-88D6-52A6-A382-C5D36F7B8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346AA-9D43-D0A1-479E-FAF02CD3E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CB5FE-AD1E-C515-6DFE-C3EBE3D1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34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ECC97B-1827-CEF3-EAE5-E72EE4042F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7A260-6D7C-C461-7E7C-41D1A3DA8E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694E8-AD09-BE3A-9247-32437BC26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BBB0A-0DAD-4A81-917B-A17B30B3D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174D2-617D-4F5A-1289-FD52A8A4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637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245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C0A9F9-1400-04C6-FBAE-01456A002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978F9-2EEC-5DD2-BAFD-26DDA3F22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7F91A-3313-701D-4979-C119501F9C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C06E8-6668-D572-949E-33D95313DD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2112E-109B-9F22-F77C-7870939433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675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69B5-A037-3EAA-841B-E68D413D6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5542" y="1816481"/>
            <a:ext cx="10287000" cy="1825096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NEWS DELECTION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97EDFA-ED98-95A6-29EF-13E81F4725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4642" y="4275190"/>
            <a:ext cx="9448800" cy="557640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CSA1711-ARTIFICAL INTELLIGENCE</a:t>
            </a:r>
            <a:endParaRPr lang="en-US" sz="1800" dirty="0"/>
          </a:p>
          <a:p>
            <a:r>
              <a:rPr lang="en-US" sz="1800" dirty="0"/>
              <a:t>                                                                                                            </a:t>
            </a:r>
          </a:p>
          <a:p>
            <a:r>
              <a:rPr lang="en-US" sz="1800" dirty="0"/>
              <a:t>                                                                                                                                                                                    </a:t>
            </a:r>
          </a:p>
          <a:p>
            <a:endParaRPr lang="en-US" sz="1800" dirty="0"/>
          </a:p>
          <a:p>
            <a:r>
              <a:rPr lang="en-US" sz="1800" dirty="0"/>
              <a:t>           </a:t>
            </a:r>
          </a:p>
          <a:p>
            <a:endParaRPr lang="en-IN" sz="1800" dirty="0"/>
          </a:p>
        </p:txBody>
      </p:sp>
      <p:pic>
        <p:nvPicPr>
          <p:cNvPr id="5" name="Picture 4" descr="A blue and white logo">
            <a:extLst>
              <a:ext uri="{FF2B5EF4-FFF2-40B4-BE49-F238E27FC236}">
                <a16:creationId xmlns:a16="http://schemas.microsoft.com/office/drawing/2014/main" id="{DFFD59DA-956F-1A35-3FEA-3669F0E53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888" y="469013"/>
            <a:ext cx="10287000" cy="15092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67F6CC-D1C7-3AE1-BE36-EA4F4C948EF1}"/>
              </a:ext>
            </a:extLst>
          </p:cNvPr>
          <p:cNvSpPr txBox="1"/>
          <p:nvPr/>
        </p:nvSpPr>
        <p:spPr>
          <a:xfrm>
            <a:off x="641756" y="4832830"/>
            <a:ext cx="10865922" cy="1514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GUIDED BY:                                                               PRESENTED BY: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Dr.Krishna Kumar K                                                             A.Tharun kumar Reddy(192572068)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A.Meghanadh(192572132)</a:t>
            </a:r>
          </a:p>
        </p:txBody>
      </p:sp>
    </p:spTree>
    <p:extLst>
      <p:ext uri="{BB962C8B-B14F-4D97-AF65-F5344CB8AC3E}">
        <p14:creationId xmlns:p14="http://schemas.microsoft.com/office/powerpoint/2010/main" val="3950336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4C99B-590C-388E-0712-284F41AA5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336" y="306508"/>
            <a:ext cx="8549430" cy="1293028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INTRODUCTION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C3094CF-F2CE-FF9C-2D8C-350D50BE623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207003" y="1759401"/>
            <a:ext cx="9389327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news refers to false or misleading information presented as genuine news. 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rapid growth of the internet and social media has made it easy for fake news to spread quickly. 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news can influence public opinion, create confusion, and spread misinformation.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can negatively affect important areas such as politics, healthcare, education, finance, and society.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logo of a company&#10;&#10;AI-generated content may be incorrect.">
            <a:extLst>
              <a:ext uri="{FF2B5EF4-FFF2-40B4-BE49-F238E27FC236}">
                <a16:creationId xmlns:a16="http://schemas.microsoft.com/office/drawing/2014/main" id="{07EEAE23-95EC-E6F2-9ECE-6A83689ED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03" y="1"/>
            <a:ext cx="1481138" cy="1439670"/>
          </a:xfrm>
          <a:prstGeom prst="rect">
            <a:avLst/>
          </a:prstGeom>
        </p:spPr>
      </p:pic>
      <p:pic>
        <p:nvPicPr>
          <p:cNvPr id="8" name="Picture 7" descr="A blue gear with a symbol of medical science&#10;&#10;AI-generated content may be incorrect.">
            <a:extLst>
              <a:ext uri="{FF2B5EF4-FFF2-40B4-BE49-F238E27FC236}">
                <a16:creationId xmlns:a16="http://schemas.microsoft.com/office/drawing/2014/main" id="{0CD1D2EF-050E-04BE-4BBB-41322D455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0660" y="20741"/>
            <a:ext cx="3191340" cy="1595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962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4640" y="360192"/>
            <a:ext cx="6675120" cy="1302705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STATEMENTS</a:t>
            </a:r>
          </a:p>
        </p:txBody>
      </p:sp>
      <p:sp>
        <p:nvSpPr>
          <p:cNvPr id="10" name="AutoShape 8" descr="LED 5mm Through Hole, LTL-307P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11" name="AutoShape 10" descr="LED 5mm Through Hole, LTL-307P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12" name="AutoShape 12" descr="LED 5mm Through Hole, LTL-307P ...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6" name="Picture 5" descr="A logo of a company&#10;&#10;AI-generated content may be incorrect.">
            <a:extLst>
              <a:ext uri="{FF2B5EF4-FFF2-40B4-BE49-F238E27FC236}">
                <a16:creationId xmlns:a16="http://schemas.microsoft.com/office/drawing/2014/main" id="{53F961DB-C01E-A85B-B90F-7E58338D4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5" y="-8305"/>
            <a:ext cx="1456555" cy="1461185"/>
          </a:xfrm>
          <a:prstGeom prst="rect">
            <a:avLst/>
          </a:prstGeom>
        </p:spPr>
      </p:pic>
      <p:pic>
        <p:nvPicPr>
          <p:cNvPr id="8" name="Picture 7" descr="A blue gear with a symbol of medical science&#10;&#10;AI-generated content may be incorrect.">
            <a:extLst>
              <a:ext uri="{FF2B5EF4-FFF2-40B4-BE49-F238E27FC236}">
                <a16:creationId xmlns:a16="http://schemas.microsoft.com/office/drawing/2014/main" id="{8C27F250-ABB7-B654-FF46-A4F228DE8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0702" y="114769"/>
            <a:ext cx="2781298" cy="1390649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E4A068-709F-E125-543A-03777D863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1781020"/>
            <a:ext cx="9931335" cy="4716788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rapid growth of social media and online news platforms has increased the spread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and misleading information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often find it difficult to differentiate between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news and fake news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news can spread quickly and create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confusion, fear, misinformation, and incorrect public opinions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fact-checking of every news article is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and requires significant human effort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large volume of online news makes it difficult for fact-checkers to verify all information manually.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dirty="0"/>
              <a:t>.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85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82FD1D-210A-05B1-20E4-B51CA59E6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59" y="1237784"/>
            <a:ext cx="12113941" cy="5620215"/>
          </a:xfrm>
          <a:prstGeom prst="rect">
            <a:avLst/>
          </a:prstGeom>
        </p:spPr>
      </p:pic>
      <p:pic>
        <p:nvPicPr>
          <p:cNvPr id="5" name="Picture 4" descr="A logo of a company&#10;&#10;AI-generated content may be incorrect.">
            <a:extLst>
              <a:ext uri="{FF2B5EF4-FFF2-40B4-BE49-F238E27FC236}">
                <a16:creationId xmlns:a16="http://schemas.microsoft.com/office/drawing/2014/main" id="{FF4C53BD-01B2-2177-FFB6-F7C805105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03" y="1"/>
            <a:ext cx="1481138" cy="1439670"/>
          </a:xfrm>
          <a:prstGeom prst="rect">
            <a:avLst/>
          </a:prstGeom>
        </p:spPr>
      </p:pic>
      <p:pic>
        <p:nvPicPr>
          <p:cNvPr id="7" name="Picture 6" descr="A blue gear with a symbol of medical science&#10;&#10;AI-generated content may be incorrect.">
            <a:extLst>
              <a:ext uri="{FF2B5EF4-FFF2-40B4-BE49-F238E27FC236}">
                <a16:creationId xmlns:a16="http://schemas.microsoft.com/office/drawing/2014/main" id="{4A4CDA4F-DDE0-D9C6-068D-B3B24CB4CC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660" y="20741"/>
            <a:ext cx="3191340" cy="1595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110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41D74-DB35-91D2-2C86-F2ACC9401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0780F-3F3E-3BCA-6332-6850ED795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9163" y="548640"/>
            <a:ext cx="9422778" cy="902520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1– PREPROCESSING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D04B5-88E1-E941-28D4-82055B476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65599" y="1669312"/>
            <a:ext cx="8525893" cy="4640048"/>
          </a:xfrm>
        </p:spPr>
        <p:txBody>
          <a:bodyPr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Preprocessing is the first stage of the Fake News Detection System. In this module, the raw news articles from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Fake.csv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True.csv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cleaned and prepared for machine learning.</a:t>
            </a:r>
          </a:p>
          <a:p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Merged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with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news labels.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and normalized news text.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feature vectors ready for machine learning.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prepared for training.</a:t>
            </a:r>
          </a:p>
          <a:p>
            <a:pPr algn="just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02707880-B1C6-126F-4049-643F4E06E2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1243263" cy="1243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 descr="A blue gear with a symbol of medical science&#10;&#10;AI-generated content may be incorrect.">
            <a:extLst>
              <a:ext uri="{FF2B5EF4-FFF2-40B4-BE49-F238E27FC236}">
                <a16:creationId xmlns:a16="http://schemas.microsoft.com/office/drawing/2014/main" id="{FB18AB5D-8EBA-E28B-FCB4-01A66EEC8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2081" y="226200"/>
            <a:ext cx="2449919" cy="14431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22B93E-E18B-FC21-2B90-21C1F1103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37" y="226200"/>
            <a:ext cx="1243263" cy="1353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733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959E-C616-F816-92AB-C866C489B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383" y="226200"/>
            <a:ext cx="9422778" cy="902520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2– NLP Model Training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1ED588-1805-2818-410B-4FAD16F5CD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65600" y="1303886"/>
            <a:ext cx="8507740" cy="518868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Model Training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is the core component of the Fake News Detection System. . </a:t>
            </a:r>
          </a:p>
          <a:p>
            <a:pPr algn="just">
              <a:lnSpc>
                <a:spcPct val="100000"/>
              </a:lnSpc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Algorithms:TF-IDF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Logistic Regression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converts text into numerical values. 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is a supervised machine learning algorithm used for binary classification.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output has only two classes (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Logistic Regression is an efficient and accurate choice.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News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News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prediction.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B318BC19-B410-7CC0-8190-684F0C437C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1243263" cy="1243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 descr="A blue gear with a symbol of medical science&#10;&#10;AI-generated content may be incorrect.">
            <a:extLst>
              <a:ext uri="{FF2B5EF4-FFF2-40B4-BE49-F238E27FC236}">
                <a16:creationId xmlns:a16="http://schemas.microsoft.com/office/drawing/2014/main" id="{A30EF23F-A375-4C15-45B2-522C6511D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2081" y="226200"/>
            <a:ext cx="2449919" cy="14431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C084F8-FC8B-14BE-7EF0-73578FBF3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37" y="226200"/>
            <a:ext cx="1243263" cy="1353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912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9EEE5-E597-CA1E-72DC-C921B1E11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6362" y="179911"/>
            <a:ext cx="7439837" cy="1052623"/>
          </a:xfrm>
        </p:spPr>
        <p:txBody>
          <a:bodyPr>
            <a:noAutofit/>
          </a:bodyPr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3–WEB DEPLOYMENT 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1F5323-B2D4-24AA-2254-3DBBEE099A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61440" y="1872950"/>
            <a:ext cx="9853991" cy="428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Deployment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is the final stage of the Fake News Detection System. In this module, the trained NLP model is integrated into a web application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whether the entered news article is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News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News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031F641-ED9F-A334-9C9F-B70B8763B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26AA3F8-BD34-2EC0-C609-9280AFA15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989" y="4677923"/>
            <a:ext cx="992579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 descr="A blue gear with a symbol of medical science&#10;&#10;AI-generated content may be incorrect.">
            <a:extLst>
              <a:ext uri="{FF2B5EF4-FFF2-40B4-BE49-F238E27FC236}">
                <a16:creationId xmlns:a16="http://schemas.microsoft.com/office/drawing/2014/main" id="{2E3BBCEB-0D27-B4E2-0D33-C3DA76AE7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3760" y="114078"/>
            <a:ext cx="2428240" cy="1052623"/>
          </a:xfrm>
          <a:prstGeom prst="rect">
            <a:avLst/>
          </a:prstGeom>
        </p:spPr>
      </p:pic>
      <p:pic>
        <p:nvPicPr>
          <p:cNvPr id="9" name="Picture 8" descr="A logo of a company&#10;&#10;AI-generated content may be incorrect.">
            <a:extLst>
              <a:ext uri="{FF2B5EF4-FFF2-40B4-BE49-F238E27FC236}">
                <a16:creationId xmlns:a16="http://schemas.microsoft.com/office/drawing/2014/main" id="{582DC3AF-F4CF-78BD-7D67-5AA8C3342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82" y="55017"/>
            <a:ext cx="1196658" cy="1177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565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5E31473-196A-3EC3-ECB1-920D59ED64AE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343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95BC9-EA23-FDDA-0633-396DC7C26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2100" y="477839"/>
            <a:ext cx="5620784" cy="686752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0B6F4C-205E-8B70-3854-1AAFB59F19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2720" y="1796902"/>
            <a:ext cx="9225279" cy="4583260"/>
          </a:xfrm>
        </p:spPr>
        <p:txBody>
          <a:bodyPr>
            <a:normAutofit fontScale="92500"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</a:t>
            </a:r>
            <a:r>
              <a:rPr lang="en-IN" b="1" dirty="0"/>
              <a:t>Fake News Detection System</a:t>
            </a:r>
            <a:r>
              <a:rPr lang="en-IN" dirty="0"/>
              <a:t> provides an effective solution for identifying whether a news article is </a:t>
            </a:r>
            <a:r>
              <a:rPr lang="en-IN" b="1" dirty="0"/>
              <a:t>Real</a:t>
            </a:r>
            <a:r>
              <a:rPr lang="en-IN" dirty="0"/>
              <a:t> or </a:t>
            </a:r>
            <a:r>
              <a:rPr lang="en-IN" b="1" dirty="0"/>
              <a:t>Fake</a:t>
            </a:r>
            <a:r>
              <a:rPr lang="en-IN" dirty="0"/>
              <a:t> using </a:t>
            </a:r>
            <a:r>
              <a:rPr lang="en-IN" b="1" dirty="0"/>
              <a:t>Natural Language Processing (NLP)</a:t>
            </a:r>
            <a:r>
              <a:rPr lang="en-IN" dirty="0"/>
              <a:t>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The </a:t>
            </a:r>
            <a:r>
              <a:rPr lang="en-IN" b="1" dirty="0"/>
              <a:t>Text Preprocessing</a:t>
            </a:r>
            <a:r>
              <a:rPr lang="en-IN" dirty="0"/>
              <a:t> module cleans and prepares the news text by removing unnecessary words and symbols, improving data quality.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</a:t>
            </a:r>
            <a:r>
              <a:rPr lang="en-IN" b="1" dirty="0"/>
              <a:t>NLP Model Training</a:t>
            </a:r>
            <a:r>
              <a:rPr lang="en-IN" dirty="0"/>
              <a:t> module converts text into numerical features using </a:t>
            </a:r>
            <a:r>
              <a:rPr lang="en-IN" b="1" dirty="0"/>
              <a:t>TF-IDF</a:t>
            </a:r>
            <a:r>
              <a:rPr lang="en-IN" dirty="0"/>
              <a:t> and trains a </a:t>
            </a:r>
            <a:r>
              <a:rPr lang="en-IN" b="1" dirty="0"/>
              <a:t>Logistic Regression</a:t>
            </a:r>
            <a:r>
              <a:rPr lang="en-IN" dirty="0"/>
              <a:t> model to accurately classify news articles.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logo of a company&#10;&#10;AI-generated content may be incorrect.">
            <a:extLst>
              <a:ext uri="{FF2B5EF4-FFF2-40B4-BE49-F238E27FC236}">
                <a16:creationId xmlns:a16="http://schemas.microsoft.com/office/drawing/2014/main" id="{A023B0C8-316D-8486-C1C7-D903324F5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43" y="62852"/>
            <a:ext cx="1166178" cy="1269236"/>
          </a:xfrm>
          <a:prstGeom prst="rect">
            <a:avLst/>
          </a:prstGeom>
        </p:spPr>
      </p:pic>
      <p:pic>
        <p:nvPicPr>
          <p:cNvPr id="5" name="Picture 4" descr="A blue gear with a symbol of medical science&#10;&#10;AI-generated content may be incorrect.">
            <a:extLst>
              <a:ext uri="{FF2B5EF4-FFF2-40B4-BE49-F238E27FC236}">
                <a16:creationId xmlns:a16="http://schemas.microsoft.com/office/drawing/2014/main" id="{F271E664-E321-1017-2646-9468E599E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0" y="0"/>
            <a:ext cx="2329180" cy="116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503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F2662-F4B4-1317-DB0F-44BFF5591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45A82-6FF0-458B-8CEE-45AF6440E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K. Shu, A. Sliva, S. Wang, J. Tang, and H. Liu, “Fake news detection on social media: A data mining perspective,”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ACM SIGKDD Explorations Newsletter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19, no. 1, pp. 22–36, 2017.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K. Shu, D.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Mahudeswaran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Wang, D. Lee, and H. Liu, “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FakeNewsNet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data repository with news content, social context, and dynamic information for studying fake news on social media,”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8, no. 3, pp. 171–188, 2020.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Ruchansky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Seo, and Y. Liu, “CSI: A hybrid deep model for fake news detection,” in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ACM Conf. Information and Knowledge Management (CIKM)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2017, pp. 797–806.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Pérez-Rosas, B. Kleinberg, A. Lefevre, and R. Mihalcea, “Automatic detection of fake news,” in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27th Int. Conf. Computational Linguistics (COLING)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2018, pp. 3391–3401.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Y. Wang, “Liar, liar pants on fire: A new benchmark dataset for fake news detection,” in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55th Annual Meeting of the Association for Computational Linguistics (ACL)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2017, pp. 422–426.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logo of a company&#10;&#10;AI-generated content may be incorrect.">
            <a:extLst>
              <a:ext uri="{FF2B5EF4-FFF2-40B4-BE49-F238E27FC236}">
                <a16:creationId xmlns:a16="http://schemas.microsoft.com/office/drawing/2014/main" id="{835F3250-8F45-4DEE-4ACA-C0236FB33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43" y="62852"/>
            <a:ext cx="1166178" cy="1269236"/>
          </a:xfrm>
          <a:prstGeom prst="rect">
            <a:avLst/>
          </a:prstGeom>
        </p:spPr>
      </p:pic>
      <p:pic>
        <p:nvPicPr>
          <p:cNvPr id="7" name="Picture 6" descr="A blue gear with a symbol of medical science&#10;&#10;AI-generated content may be incorrect.">
            <a:extLst>
              <a:ext uri="{FF2B5EF4-FFF2-40B4-BE49-F238E27FC236}">
                <a16:creationId xmlns:a16="http://schemas.microsoft.com/office/drawing/2014/main" id="{1129FE5F-F468-CB92-02C2-4A4E762FC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0" y="0"/>
            <a:ext cx="2329180" cy="116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343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0B0E8-49EC-2262-7C21-BA6811F93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9174" y="1485877"/>
            <a:ext cx="10146186" cy="2511835"/>
          </a:xfrm>
        </p:spPr>
        <p:txBody>
          <a:bodyPr>
            <a:normAutofit/>
          </a:bodyPr>
          <a:lstStyle/>
          <a:p>
            <a:r>
              <a:rPr lang="en-US" sz="9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cs typeface="Times New Roman" panose="02020603050405020304" pitchFamily="18" charset="0"/>
              </a:rPr>
              <a:t>THANK YOU</a:t>
            </a:r>
            <a:endParaRPr lang="en-IN" sz="96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133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4383</TotalTime>
  <Words>722</Words>
  <Application>Microsoft Office PowerPoint</Application>
  <PresentationFormat>Widescreen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Comic Sans MS</vt:lpstr>
      <vt:lpstr>Times New Roman</vt:lpstr>
      <vt:lpstr>Wingdings</vt:lpstr>
      <vt:lpstr>Office Theme</vt:lpstr>
      <vt:lpstr>FAKE NEWS DELECTION SYSTEM</vt:lpstr>
      <vt:lpstr>  INTRODUCTION</vt:lpstr>
      <vt:lpstr>PROBLEM STATEMENTS</vt:lpstr>
      <vt:lpstr>PowerPoint Presentation</vt:lpstr>
      <vt:lpstr>MODULE 1– PREPROCESSING</vt:lpstr>
      <vt:lpstr>MODULE 2– NLP Model Training</vt:lpstr>
      <vt:lpstr>MODULE 3–WEB DEPLOYMENT </vt:lpstr>
      <vt:lpstr>PowerPoint Presentation</vt:lpstr>
      <vt:lpstr>CONCLUSION </vt:lpstr>
      <vt:lpstr>REFERENCE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HOME PROTECTION MECHANISM WITH INTERRUPT DETECTION  USING 650nm LASER</dc:title>
  <dc:creator>priya chandu</dc:creator>
  <cp:lastModifiedBy>Meghanadh Chowdary</cp:lastModifiedBy>
  <cp:revision>45</cp:revision>
  <dcterms:created xsi:type="dcterms:W3CDTF">2025-09-04T03:19:28Z</dcterms:created>
  <dcterms:modified xsi:type="dcterms:W3CDTF">2026-09-01T04:28:24Z</dcterms:modified>
</cp:coreProperties>
</file>